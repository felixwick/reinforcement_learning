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72" r:id="rId3"/>
    <p:sldId id="267" r:id="rId4"/>
    <p:sldId id="273" r:id="rId5"/>
    <p:sldId id="268" r:id="rId6"/>
    <p:sldId id="270" r:id="rId7"/>
    <p:sldId id="266" r:id="rId8"/>
    <p:sldId id="269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Applications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23AE16-A649-72E3-55D8-0F397230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966C69-4B86-83DE-3C84-A9D6C74D1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RL_electric</a:t>
            </a:r>
            <a:r>
              <a:rPr lang="de-DE" dirty="0"/>
              <a:t> 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3A7205-C7DE-1E17-A534-2C7A0575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560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1BC312-5ED6-C98A-526D-4E44EB87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Simulation-</a:t>
            </a:r>
            <a:r>
              <a:rPr lang="de-DE" dirty="0" err="1"/>
              <a:t>Based</a:t>
            </a:r>
            <a:r>
              <a:rPr lang="de-DE" dirty="0"/>
              <a:t>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5CD4D5-6F9F-8DFE-CDAA-3EC4FDBBF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6B899B-9445-0D48-7AF1-73DC356B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972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F55BA-03FA-72FC-85DD-5352EB3F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D369ED-0F63-EFF4-D4E0-6ACFBDDA9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3D7CE9-4449-75F3-14B9-0B2EEC9E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3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A1BAC26E-325A-59C6-F383-D86A7B5A7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78" y="2540809"/>
            <a:ext cx="3488728" cy="2708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8A0678-9739-80A4-741C-0BB05A3CE9E6}"/>
              </a:ext>
            </a:extLst>
          </p:cNvPr>
          <p:cNvSpPr txBox="1"/>
          <p:nvPr/>
        </p:nvSpPr>
        <p:spPr>
          <a:xfrm>
            <a:off x="6147712" y="5200065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Sutton</a:t>
            </a:r>
          </a:p>
        </p:txBody>
      </p:sp>
      <p:pic>
        <p:nvPicPr>
          <p:cNvPr id="7" name="Picture 8" descr="A picture containing rectangle&#10;&#10;Description automatically generated">
            <a:extLst>
              <a:ext uri="{FF2B5EF4-FFF2-40B4-BE49-F238E27FC236}">
                <a16:creationId xmlns:a16="http://schemas.microsoft.com/office/drawing/2014/main" id="{51930671-4F0C-E7C8-B224-A9B0DA0F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985" y="4801098"/>
            <a:ext cx="4004792" cy="5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5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8C172-CA3F-BB98-40FF-E6E8DB31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Sim-</a:t>
            </a:r>
            <a:r>
              <a:rPr lang="de-DE" dirty="0" err="1"/>
              <a:t>to</a:t>
            </a:r>
            <a:r>
              <a:rPr lang="de-DE" dirty="0"/>
              <a:t>-Real Gap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6D2FFF-31B4-8EAA-558A-24BF5036B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simulation</a:t>
            </a:r>
            <a:r>
              <a:rPr lang="de-DE" dirty="0"/>
              <a:t> → real </a:t>
            </a:r>
            <a:r>
              <a:rPr lang="de-DE" dirty="0" err="1"/>
              <a:t>transfer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F9B4A1-C1A4-2D54-751B-082D1801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71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3B9517-95B7-AB41-9175-0EA78F0C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Real-World RL Constraints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9B71D9-3B4F-0EF8-E933-8EBE10DD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safety</a:t>
            </a:r>
            <a:r>
              <a:rPr lang="de-DE" dirty="0"/>
              <a:t>, sample </a:t>
            </a:r>
            <a:r>
              <a:rPr lang="de-DE" dirty="0" err="1"/>
              <a:t>efficiency</a:t>
            </a:r>
            <a:r>
              <a:rPr lang="de-DE" dirty="0"/>
              <a:t>, online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collection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DB91F1-6D30-4CD3-27B8-FEE59B78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724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DC2F6-AC9E-53E9-2C95-97D4C452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Imitation Learning </a:t>
            </a:r>
            <a:r>
              <a:rPr lang="de-DE" dirty="0" err="1"/>
              <a:t>for</a:t>
            </a:r>
            <a:r>
              <a:rPr lang="de-DE" dirty="0"/>
              <a:t> Robotics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51C0E0-28DB-B62C-493A-BEA08CB49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5D3349-D3A7-79DB-55D1-081A0F11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645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527B4E-318F-01F3-DA5E-D552C943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Generalist Robot </a:t>
            </a:r>
            <a:r>
              <a:rPr lang="de-DE" dirty="0" err="1"/>
              <a:t>Policies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DD8201-E814-754C-57A9-E0D3326CE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e.g., </a:t>
            </a:r>
            <a:r>
              <a:rPr lang="de-DE" dirty="0" err="1"/>
              <a:t>SmolVLA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BC5031-BD7E-00D2-C81A-AA5111B9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472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Macintosh PowerPoint</Application>
  <PresentationFormat>Breitbild</PresentationFormat>
  <Paragraphs>22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Applications</vt:lpstr>
      <vt:lpstr>PowerPoint-Präsentation</vt:lpstr>
      <vt:lpstr>Simulation-Based RL</vt:lpstr>
      <vt:lpstr>PowerPoint-Präsentation</vt:lpstr>
      <vt:lpstr>Sim-to-Real Gap</vt:lpstr>
      <vt:lpstr>Real-World RL Constraints</vt:lpstr>
      <vt:lpstr>Embodied RL</vt:lpstr>
      <vt:lpstr>Imitation Learning for Robotics</vt:lpstr>
      <vt:lpstr>Generalist Robot Policies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63</cp:revision>
  <dcterms:created xsi:type="dcterms:W3CDTF">2025-01-08T09:27:30Z</dcterms:created>
  <dcterms:modified xsi:type="dcterms:W3CDTF">2026-03-03T08:26:27Z</dcterms:modified>
</cp:coreProperties>
</file>