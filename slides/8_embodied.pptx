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6" r:id="rId2"/>
    <p:sldId id="267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55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Simulation-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  <a:p>
            <a:r>
              <a:rPr lang="de-DE" dirty="0"/>
              <a:t>Simulation → real </a:t>
            </a:r>
            <a:r>
              <a:rPr lang="de-DE" dirty="0" err="1"/>
              <a:t>transfer</a:t>
            </a:r>
            <a:r>
              <a:rPr lang="de-DE" dirty="0"/>
              <a:t> (</a:t>
            </a:r>
            <a:r>
              <a:rPr lang="de-DE" dirty="0" err="1"/>
              <a:t>sim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-real </a:t>
            </a:r>
            <a:r>
              <a:rPr lang="de-DE" dirty="0" err="1"/>
              <a:t>gap</a:t>
            </a:r>
            <a:r>
              <a:rPr lang="de-DE" dirty="0"/>
              <a:t>)</a:t>
            </a:r>
          </a:p>
          <a:p>
            <a:r>
              <a:rPr lang="de-DE" dirty="0"/>
              <a:t>Imitation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robotics</a:t>
            </a:r>
            <a:endParaRPr lang="de-DE" dirty="0"/>
          </a:p>
          <a:p>
            <a:r>
              <a:rPr lang="de-DE" dirty="0"/>
              <a:t>Real-</a:t>
            </a:r>
            <a:r>
              <a:rPr lang="de-DE" dirty="0" err="1"/>
              <a:t>world</a:t>
            </a:r>
            <a:r>
              <a:rPr lang="de-DE" dirty="0"/>
              <a:t> RL </a:t>
            </a:r>
            <a:r>
              <a:rPr lang="de-DE" dirty="0" err="1"/>
              <a:t>constraints</a:t>
            </a:r>
            <a:r>
              <a:rPr lang="de-DE" dirty="0"/>
              <a:t>: </a:t>
            </a:r>
            <a:r>
              <a:rPr lang="de-DE" dirty="0" err="1"/>
              <a:t>safety</a:t>
            </a:r>
            <a:r>
              <a:rPr lang="de-DE" dirty="0"/>
              <a:t>, sample </a:t>
            </a:r>
            <a:r>
              <a:rPr lang="de-DE" dirty="0" err="1"/>
              <a:t>efficiency</a:t>
            </a:r>
            <a:r>
              <a:rPr lang="de-DE" dirty="0"/>
              <a:t>, online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collection</a:t>
            </a:r>
            <a:endParaRPr lang="de-DE" dirty="0"/>
          </a:p>
          <a:p>
            <a:r>
              <a:rPr lang="de-DE" dirty="0"/>
              <a:t>Generalist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 (e.g., </a:t>
            </a:r>
            <a:r>
              <a:rPr lang="de-DE" dirty="0" err="1"/>
              <a:t>SmolVLA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Macintosh PowerPoint</Application>
  <PresentationFormat>Breitbild</PresentationFormat>
  <Paragraphs>25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Embodied RL</vt:lpstr>
      <vt:lpstr>Course Schedule</vt:lpstr>
      <vt:lpstr>Embodied RL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59</cp:revision>
  <dcterms:created xsi:type="dcterms:W3CDTF">2025-01-08T09:27:30Z</dcterms:created>
  <dcterms:modified xsi:type="dcterms:W3CDTF">2026-01-26T17:03:43Z</dcterms:modified>
</cp:coreProperties>
</file>