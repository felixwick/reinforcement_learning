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"/>
  </p:notesMasterIdLst>
  <p:sldIdLst>
    <p:sldId id="256" r:id="rId2"/>
    <p:sldId id="267" r:id="rId3"/>
    <p:sldId id="266" r:id="rId4"/>
    <p:sldId id="562" r:id="rId5"/>
    <p:sldId id="56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F59F2E-701A-4175-A64C-D0A9AC6FD62F}" v="178" dt="2025-03-13T14:52:19.3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260"/>
    <p:restoredTop sz="95028" autoAdjust="0"/>
  </p:normalViewPr>
  <p:slideViewPr>
    <p:cSldViewPr snapToGrid="0">
      <p:cViewPr varScale="1">
        <p:scale>
          <a:sx n="123" d="100"/>
          <a:sy n="123" d="100"/>
        </p:scale>
        <p:origin x="208" y="2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ck, Felix" userId="85efb633-acf6-425d-a271-4f136bfa2fb0" providerId="ADAL" clId="{64F59F2E-701A-4175-A64C-D0A9AC6FD62F}"/>
    <pc:docChg chg="undo redo custSel addSld delSld modSld sldOrd">
      <pc:chgData name="Wick, Felix" userId="85efb633-acf6-425d-a271-4f136bfa2fb0" providerId="ADAL" clId="{64F59F2E-701A-4175-A64C-D0A9AC6FD62F}" dt="2025-03-18T21:58:08.602" v="7865" actId="20577"/>
      <pc:docMkLst>
        <pc:docMk/>
      </pc:docMkLst>
      <pc:sldChg chg="modSp mod">
        <pc:chgData name="Wick, Felix" userId="85efb633-acf6-425d-a271-4f136bfa2fb0" providerId="ADAL" clId="{64F59F2E-701A-4175-A64C-D0A9AC6FD62F}" dt="2025-01-11T15:55:30.554" v="12" actId="20577"/>
        <pc:sldMkLst>
          <pc:docMk/>
          <pc:sldMk cId="2303947443" sldId="256"/>
        </pc:sldMkLst>
        <pc:spChg chg="mod">
          <ac:chgData name="Wick, Felix" userId="85efb633-acf6-425d-a271-4f136bfa2fb0" providerId="ADAL" clId="{64F59F2E-701A-4175-A64C-D0A9AC6FD62F}" dt="2025-01-11T15:55:30.554" v="12" actId="20577"/>
          <ac:spMkLst>
            <pc:docMk/>
            <pc:sldMk cId="2303947443" sldId="256"/>
            <ac:spMk id="2" creationId="{F698641C-BAC0-4155-84D5-F4B73D88F27B}"/>
          </ac:spMkLst>
        </pc:spChg>
      </pc:sldChg>
      <pc:sldChg chg="delSp modSp del mod">
        <pc:chgData name="Wick, Felix" userId="85efb633-acf6-425d-a271-4f136bfa2fb0" providerId="ADAL" clId="{64F59F2E-701A-4175-A64C-D0A9AC6FD62F}" dt="2025-01-11T15:59:29.377" v="288" actId="47"/>
        <pc:sldMkLst>
          <pc:docMk/>
          <pc:sldMk cId="532403847" sldId="258"/>
        </pc:sldMkLst>
      </pc:sldChg>
      <pc:sldChg chg="modSp mod">
        <pc:chgData name="Wick, Felix" userId="85efb633-acf6-425d-a271-4f136bfa2fb0" providerId="ADAL" clId="{64F59F2E-701A-4175-A64C-D0A9AC6FD62F}" dt="2025-02-25T14:39:28.114" v="4429" actId="20577"/>
        <pc:sldMkLst>
          <pc:docMk/>
          <pc:sldMk cId="3227613796" sldId="259"/>
        </pc:sldMkLst>
        <pc:spChg chg="mod">
          <ac:chgData name="Wick, Felix" userId="85efb633-acf6-425d-a271-4f136bfa2fb0" providerId="ADAL" clId="{64F59F2E-701A-4175-A64C-D0A9AC6FD62F}" dt="2025-02-25T14:39:28.114" v="4429" actId="20577"/>
          <ac:spMkLst>
            <pc:docMk/>
            <pc:sldMk cId="3227613796" sldId="259"/>
            <ac:spMk id="2" creationId="{D19A2E5C-5FD4-F085-4DAA-7404FBAAA90F}"/>
          </ac:spMkLst>
        </pc:spChg>
      </pc:sldChg>
      <pc:sldChg chg="modSp del mod">
        <pc:chgData name="Wick, Felix" userId="85efb633-acf6-425d-a271-4f136bfa2fb0" providerId="ADAL" clId="{64F59F2E-701A-4175-A64C-D0A9AC6FD62F}" dt="2025-02-27T21:48:52.912" v="4719" actId="47"/>
        <pc:sldMkLst>
          <pc:docMk/>
          <pc:sldMk cId="2989276016" sldId="260"/>
        </pc:sldMkLst>
      </pc:sldChg>
      <pc:sldChg chg="modSp del mod">
        <pc:chgData name="Wick, Felix" userId="85efb633-acf6-425d-a271-4f136bfa2fb0" providerId="ADAL" clId="{64F59F2E-701A-4175-A64C-D0A9AC6FD62F}" dt="2025-02-27T21:49:44.119" v="4720" actId="47"/>
        <pc:sldMkLst>
          <pc:docMk/>
          <pc:sldMk cId="3084296972" sldId="261"/>
        </pc:sldMkLst>
      </pc:sldChg>
      <pc:sldChg chg="addSp delSp modSp del mod">
        <pc:chgData name="Wick, Felix" userId="85efb633-acf6-425d-a271-4f136bfa2fb0" providerId="ADAL" clId="{64F59F2E-701A-4175-A64C-D0A9AC6FD62F}" dt="2025-02-27T22:12:12.283" v="4774" actId="47"/>
        <pc:sldMkLst>
          <pc:docMk/>
          <pc:sldMk cId="3879865430" sldId="263"/>
        </pc:sldMkLst>
      </pc:sldChg>
      <pc:sldChg chg="del">
        <pc:chgData name="Wick, Felix" userId="85efb633-acf6-425d-a271-4f136bfa2fb0" providerId="ADAL" clId="{64F59F2E-701A-4175-A64C-D0A9AC6FD62F}" dt="2025-01-13T13:58:11.553" v="705" actId="47"/>
        <pc:sldMkLst>
          <pc:docMk/>
          <pc:sldMk cId="1504602858" sldId="264"/>
        </pc:sldMkLst>
      </pc:sldChg>
      <pc:sldChg chg="addSp delSp modSp new mod ord modClrScheme chgLayout">
        <pc:chgData name="Wick, Felix" userId="85efb633-acf6-425d-a271-4f136bfa2fb0" providerId="ADAL" clId="{64F59F2E-701A-4175-A64C-D0A9AC6FD62F}" dt="2025-03-18T21:58:08.602" v="7865" actId="20577"/>
        <pc:sldMkLst>
          <pc:docMk/>
          <pc:sldMk cId="310336692" sldId="265"/>
        </pc:sldMkLst>
        <pc:spChg chg="add mod ord">
          <ac:chgData name="Wick, Felix" userId="85efb633-acf6-425d-a271-4f136bfa2fb0" providerId="ADAL" clId="{64F59F2E-701A-4175-A64C-D0A9AC6FD62F}" dt="2025-03-13T14:46:43.032" v="7444" actId="20577"/>
          <ac:spMkLst>
            <pc:docMk/>
            <pc:sldMk cId="310336692" sldId="265"/>
            <ac:spMk id="2" creationId="{9E6F3DDA-AA1C-74F2-B6BC-5D82FAA8ECEA}"/>
          </ac:spMkLst>
        </pc:spChg>
        <pc:spChg chg="mod ord">
          <ac:chgData name="Wick, Felix" userId="85efb633-acf6-425d-a271-4f136bfa2fb0" providerId="ADAL" clId="{64F59F2E-701A-4175-A64C-D0A9AC6FD62F}" dt="2025-03-01T21:02:42.586" v="5242" actId="700"/>
          <ac:spMkLst>
            <pc:docMk/>
            <pc:sldMk cId="310336692" sldId="265"/>
            <ac:spMk id="3" creationId="{A0664D44-83AC-6A7A-17E0-C1AE2ED18FF5}"/>
          </ac:spMkLst>
        </pc:spChg>
        <pc:spChg chg="add mod ord">
          <ac:chgData name="Wick, Felix" userId="85efb633-acf6-425d-a271-4f136bfa2fb0" providerId="ADAL" clId="{64F59F2E-701A-4175-A64C-D0A9AC6FD62F}" dt="2025-03-01T21:02:42.586" v="5242" actId="700"/>
          <ac:spMkLst>
            <pc:docMk/>
            <pc:sldMk cId="310336692" sldId="265"/>
            <ac:spMk id="4" creationId="{080AD447-446B-E09E-6F4A-522C1DBB462E}"/>
          </ac:spMkLst>
        </pc:spChg>
        <pc:spChg chg="add mod ord">
          <ac:chgData name="Wick, Felix" userId="85efb633-acf6-425d-a271-4f136bfa2fb0" providerId="ADAL" clId="{64F59F2E-701A-4175-A64C-D0A9AC6FD62F}" dt="2025-03-18T21:58:08.602" v="7865" actId="20577"/>
          <ac:spMkLst>
            <pc:docMk/>
            <pc:sldMk cId="310336692" sldId="265"/>
            <ac:spMk id="5" creationId="{36CB8FEE-6184-4A56-893A-894FD7378451}"/>
          </ac:spMkLst>
        </pc:spChg>
      </pc:sldChg>
      <pc:sldChg chg="addSp modSp mod modClrScheme chgLayout">
        <pc:chgData name="Wick, Felix" userId="85efb633-acf6-425d-a271-4f136bfa2fb0" providerId="ADAL" clId="{64F59F2E-701A-4175-A64C-D0A9AC6FD62F}" dt="2025-03-02T20:22:55.225" v="7118" actId="113"/>
        <pc:sldMkLst>
          <pc:docMk/>
          <pc:sldMk cId="3544795835" sldId="270"/>
        </pc:sldMkLst>
        <pc:spChg chg="mod ord">
          <ac:chgData name="Wick, Felix" userId="85efb633-acf6-425d-a271-4f136bfa2fb0" providerId="ADAL" clId="{64F59F2E-701A-4175-A64C-D0A9AC6FD62F}" dt="2025-03-02T20:18:52.071" v="7037" actId="700"/>
          <ac:spMkLst>
            <pc:docMk/>
            <pc:sldMk cId="3544795835" sldId="270"/>
            <ac:spMk id="2" creationId="{5CFF9571-C6ED-CFC8-29FD-1B24BD4B2A10}"/>
          </ac:spMkLst>
        </pc:spChg>
        <pc:spChg chg="mod ord">
          <ac:chgData name="Wick, Felix" userId="85efb633-acf6-425d-a271-4f136bfa2fb0" providerId="ADAL" clId="{64F59F2E-701A-4175-A64C-D0A9AC6FD62F}" dt="2025-03-02T20:22:52.794" v="7117" actId="113"/>
          <ac:spMkLst>
            <pc:docMk/>
            <pc:sldMk cId="3544795835" sldId="270"/>
            <ac:spMk id="3" creationId="{33BBB58C-563A-AD3B-2A93-23C918781FCA}"/>
          </ac:spMkLst>
        </pc:spChg>
        <pc:spChg chg="mod ord">
          <ac:chgData name="Wick, Felix" userId="85efb633-acf6-425d-a271-4f136bfa2fb0" providerId="ADAL" clId="{64F59F2E-701A-4175-A64C-D0A9AC6FD62F}" dt="2025-03-02T20:18:52.071" v="7037" actId="700"/>
          <ac:spMkLst>
            <pc:docMk/>
            <pc:sldMk cId="3544795835" sldId="270"/>
            <ac:spMk id="4" creationId="{575B97E4-48D3-5CA3-B6B2-3BC5DD71690F}"/>
          </ac:spMkLst>
        </pc:spChg>
        <pc:spChg chg="add mod">
          <ac:chgData name="Wick, Felix" userId="85efb633-acf6-425d-a271-4f136bfa2fb0" providerId="ADAL" clId="{64F59F2E-701A-4175-A64C-D0A9AC6FD62F}" dt="2025-03-02T20:20:47.149" v="7107" actId="1076"/>
          <ac:spMkLst>
            <pc:docMk/>
            <pc:sldMk cId="3544795835" sldId="270"/>
            <ac:spMk id="7" creationId="{DF8A9556-CB38-5619-CC52-7BD00B11B476}"/>
          </ac:spMkLst>
        </pc:spChg>
        <pc:spChg chg="add mod">
          <ac:chgData name="Wick, Felix" userId="85efb633-acf6-425d-a271-4f136bfa2fb0" providerId="ADAL" clId="{64F59F2E-701A-4175-A64C-D0A9AC6FD62F}" dt="2025-03-02T20:21:04.393" v="7109" actId="1076"/>
          <ac:spMkLst>
            <pc:docMk/>
            <pc:sldMk cId="3544795835" sldId="270"/>
            <ac:spMk id="8" creationId="{06772F38-26BF-8A94-8631-751A406D153E}"/>
          </ac:spMkLst>
        </pc:spChg>
        <pc:spChg chg="add mod ord">
          <ac:chgData name="Wick, Felix" userId="85efb633-acf6-425d-a271-4f136bfa2fb0" providerId="ADAL" clId="{64F59F2E-701A-4175-A64C-D0A9AC6FD62F}" dt="2025-03-02T20:22:55.225" v="7118" actId="113"/>
          <ac:spMkLst>
            <pc:docMk/>
            <pc:sldMk cId="3544795835" sldId="270"/>
            <ac:spMk id="10" creationId="{CD7DF3A1-48C2-8A99-A46A-DED1F4ED5BA1}"/>
          </ac:spMkLst>
        </pc:spChg>
        <pc:picChg chg="mod">
          <ac:chgData name="Wick, Felix" userId="85efb633-acf6-425d-a271-4f136bfa2fb0" providerId="ADAL" clId="{64F59F2E-701A-4175-A64C-D0A9AC6FD62F}" dt="2025-03-02T20:20:47.149" v="7107" actId="1076"/>
          <ac:picMkLst>
            <pc:docMk/>
            <pc:sldMk cId="3544795835" sldId="270"/>
            <ac:picMk id="5" creationId="{FD58764D-2B67-728C-787A-C6B642EBCFD8}"/>
          </ac:picMkLst>
        </pc:picChg>
        <pc:picChg chg="mod">
          <ac:chgData name="Wick, Felix" userId="85efb633-acf6-425d-a271-4f136bfa2fb0" providerId="ADAL" clId="{64F59F2E-701A-4175-A64C-D0A9AC6FD62F}" dt="2025-03-02T20:22:40.037" v="7114" actId="1076"/>
          <ac:picMkLst>
            <pc:docMk/>
            <pc:sldMk cId="3544795835" sldId="270"/>
            <ac:picMk id="6" creationId="{9C0D363E-EF7C-EEF1-BD05-D7980098DD5A}"/>
          </ac:picMkLst>
        </pc:picChg>
        <pc:picChg chg="add mod">
          <ac:chgData name="Wick, Felix" userId="85efb633-acf6-425d-a271-4f136bfa2fb0" providerId="ADAL" clId="{64F59F2E-701A-4175-A64C-D0A9AC6FD62F}" dt="2025-03-02T20:21:04.393" v="7109" actId="1076"/>
          <ac:picMkLst>
            <pc:docMk/>
            <pc:sldMk cId="3544795835" sldId="270"/>
            <ac:picMk id="1028" creationId="{D6FB989F-F436-74B9-405A-7294609108C0}"/>
          </ac:picMkLst>
        </pc:picChg>
        <pc:picChg chg="add mod">
          <ac:chgData name="Wick, Felix" userId="85efb633-acf6-425d-a271-4f136bfa2fb0" providerId="ADAL" clId="{64F59F2E-701A-4175-A64C-D0A9AC6FD62F}" dt="2025-03-02T20:22:47.567" v="7116" actId="1076"/>
          <ac:picMkLst>
            <pc:docMk/>
            <pc:sldMk cId="3544795835" sldId="270"/>
            <ac:picMk id="1030" creationId="{78D57E94-E485-4288-6FCE-568DF7CFD6AF}"/>
          </ac:picMkLst>
        </pc:picChg>
      </pc:sldChg>
      <pc:sldChg chg="modSp mod">
        <pc:chgData name="Wick, Felix" userId="85efb633-acf6-425d-a271-4f136bfa2fb0" providerId="ADAL" clId="{64F59F2E-701A-4175-A64C-D0A9AC6FD62F}" dt="2025-01-28T11:27:42.599" v="1289" actId="20577"/>
        <pc:sldMkLst>
          <pc:docMk/>
          <pc:sldMk cId="793683279" sldId="272"/>
        </pc:sldMkLst>
        <pc:spChg chg="mod">
          <ac:chgData name="Wick, Felix" userId="85efb633-acf6-425d-a271-4f136bfa2fb0" providerId="ADAL" clId="{64F59F2E-701A-4175-A64C-D0A9AC6FD62F}" dt="2025-01-28T11:27:42.599" v="1289" actId="20577"/>
          <ac:spMkLst>
            <pc:docMk/>
            <pc:sldMk cId="793683279" sldId="272"/>
            <ac:spMk id="3" creationId="{111AFC3B-A5E8-E02B-3B57-552EF4E575D2}"/>
          </ac:spMkLst>
        </pc:spChg>
      </pc:sldChg>
      <pc:sldChg chg="addSp delSp modSp new del mod modClrScheme chgLayout">
        <pc:chgData name="Wick, Felix" userId="85efb633-acf6-425d-a271-4f136bfa2fb0" providerId="ADAL" clId="{64F59F2E-701A-4175-A64C-D0A9AC6FD62F}" dt="2025-02-27T22:09:02.239" v="4773" actId="47"/>
        <pc:sldMkLst>
          <pc:docMk/>
          <pc:sldMk cId="2771831494" sldId="273"/>
        </pc:sldMkLst>
      </pc:sldChg>
      <pc:sldChg chg="del">
        <pc:chgData name="Wick, Felix" userId="85efb633-acf6-425d-a271-4f136bfa2fb0" providerId="ADAL" clId="{64F59F2E-701A-4175-A64C-D0A9AC6FD62F}" dt="2025-02-27T21:48:46.286" v="4718" actId="47"/>
        <pc:sldMkLst>
          <pc:docMk/>
          <pc:sldMk cId="1504602858" sldId="274"/>
        </pc:sldMkLst>
      </pc:sldChg>
      <pc:sldChg chg="delSp modSp add del mod">
        <pc:chgData name="Wick, Felix" userId="85efb633-acf6-425d-a271-4f136bfa2fb0" providerId="ADAL" clId="{64F59F2E-701A-4175-A64C-D0A9AC6FD62F}" dt="2025-03-13T14:52:32.226" v="7519"/>
        <pc:sldMkLst>
          <pc:docMk/>
          <pc:sldMk cId="28529905" sldId="275"/>
        </pc:sldMkLst>
        <pc:spChg chg="mod">
          <ac:chgData name="Wick, Felix" userId="85efb633-acf6-425d-a271-4f136bfa2fb0" providerId="ADAL" clId="{64F59F2E-701A-4175-A64C-D0A9AC6FD62F}" dt="2025-03-13T14:52:32.226" v="7519"/>
          <ac:spMkLst>
            <pc:docMk/>
            <pc:sldMk cId="28529905" sldId="275"/>
            <ac:spMk id="5" creationId="{E07385CB-D725-C163-7B63-8CCA18A2E90E}"/>
          </ac:spMkLst>
        </pc:spChg>
      </pc:sldChg>
      <pc:sldChg chg="ord">
        <pc:chgData name="Wick, Felix" userId="85efb633-acf6-425d-a271-4f136bfa2fb0" providerId="ADAL" clId="{64F59F2E-701A-4175-A64C-D0A9AC6FD62F}" dt="2025-03-01T21:21:15.608" v="5784"/>
        <pc:sldMkLst>
          <pc:docMk/>
          <pc:sldMk cId="1504602858" sldId="277"/>
        </pc:sldMkLst>
      </pc:sldChg>
      <pc:sldChg chg="del">
        <pc:chgData name="Wick, Felix" userId="85efb633-acf6-425d-a271-4f136bfa2fb0" providerId="ADAL" clId="{64F59F2E-701A-4175-A64C-D0A9AC6FD62F}" dt="2025-03-13T14:52:36.426" v="7520" actId="47"/>
        <pc:sldMkLst>
          <pc:docMk/>
          <pc:sldMk cId="61419988" sldId="27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6E0FD1-891F-4B1E-916D-E9B585160BB8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C76E5F-9D68-4973-8A2A-59949176DA9A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057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2AD05-B4BB-840D-5044-DA9C798A97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9A7B47-AB1A-4CDD-9144-EE000976B8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F8C95-BBF9-31D1-0ADC-C8AB370E0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C3F22-27B2-44E3-9C5F-D08126455F6F}" type="datetime1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10D86-4DAB-EC0A-AB86-60CC82054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AE665-34F4-8BF5-6B4D-509F026F4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1864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CC6E7-920C-E54D-5199-F32C32EBC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0735A-AC30-5DB9-385E-9410CD353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63D1-8AAD-A89C-781E-A7DCD49CF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5ED7B-FEAD-4734-819F-93EF4B0EA908}" type="datetime1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E6A99-2E8C-3768-5C28-3740DFA86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99DA9-9DF3-F3CB-C047-01F3E0315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7867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178B1-DC4C-C72D-A4CD-2071F7D20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68F496-2872-EA37-A28F-F61DA15D8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3CD11-8172-4EA7-A05A-3E9BED243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5D4B4-C926-4B45-8815-1ED8911179A2}" type="datetime1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4FC75-D902-977C-06B6-D053E6FA8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1B89A-2DD6-EBD2-E8D5-67D7A3120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7448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548EF-DE77-786B-3AB0-B8EE80AE0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10666-C3AD-A843-F133-FC4D90F814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4FF850-9497-0370-2422-7DCC4D022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E3548-F4EA-A9B5-F070-FA4BA4A83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5210A-0E37-4935-93AF-69F21A5F712F}" type="datetime1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FAA4D-1024-F35F-4351-831E1814D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8F5DF7-B945-53CA-C385-BF5C6A715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7907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75B77-D383-D322-AEC0-72CA37199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1F7C1F-D865-CA91-C666-FFCCC4FC3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AB659D-F2AF-E840-A39C-B6D4CD3AF2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1F6025-6FB4-DA3E-9136-B086A61682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DF3B27-FE38-C9E0-63E8-5B78CE540A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CDAD08-3AA3-354B-C68E-3E3F0AF87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A6B2F-436C-4691-80E8-9C890E000E9D}" type="datetime1">
              <a:rPr lang="en-GB" smtClean="0"/>
              <a:t>26/01/2026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7264E2-C174-553A-038E-6567A52DB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91666C-2E1A-1181-C70B-FBB28F188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3758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D917D-EEC5-D75C-55B7-5A81063FC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E150BF-302E-AA68-42DC-74C1EA795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85F4C-D74B-496F-8D21-97E3549C783B}" type="datetime1">
              <a:rPr lang="en-GB" smtClean="0"/>
              <a:t>26/01/2026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426D10-ABD1-7C54-CE39-7A4A134BC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A02836-662F-47B1-7567-2A2E60B63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930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5FEEF3-64F0-021E-129C-EAA067060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DCB32-C241-4703-A832-4EB47BD54E83}" type="datetime1">
              <a:rPr lang="en-GB" smtClean="0"/>
              <a:t>26/01/2026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21C624-8D17-C8D8-65E3-79B11B01E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2005F-03E9-EF5B-B297-EAE94026C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5601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EE13F-1C85-75C1-BBD6-4EF64924C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9CB5E-861F-9C33-823E-EB2694F54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4C4F26-7C81-22B3-04D5-743643DB2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8B1A3-9313-9165-A328-DEAB1821F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150FF-BE95-4D25-A16A-E368A81CBF24}" type="datetime1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EB9C9-316A-42D2-382C-3E7DEC4B1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8CFB8-8FF5-B166-EBF9-B76498969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8318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5D41C-CF05-2F89-F8FC-DD0931ED8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FCDE16-0F20-1107-A39C-71B8B6D953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7E2599-3F89-F92C-ECD5-CBFC03AB17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FB60AC-D043-8272-AE6A-A8E5B8A37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5DB4B-B349-43C9-A424-BADA723AD9F1}" type="datetime1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A03EE6-D895-561C-441A-604E38A6D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47F20-FBD8-886E-EF9A-D8AE8BFE3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1345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D2C68-3E4B-7070-3BF2-3E61A775A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431E10-D2DD-0D8A-398F-957702B05E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A0762-E24E-EA37-D3D6-85FD301DE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3846-7BF6-4FB6-A921-FF3379ADBD4C}" type="datetime1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92B9B-8389-F8AB-7C9B-4AB887B7E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E1FF1-A4E8-24D9-9253-6DA02F950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017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47842B-C168-F0E3-41CF-EC817DFD50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8C9306-7BEA-9A58-247B-5E8D728C0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35EBA-2B35-51D8-8564-DAEC993B2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1B91A-3FD0-4144-9C84-63E9688ED2FE}" type="datetime1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8BC42-D6BF-B47B-F3DA-FF0EA29DD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BF052-4BB9-5153-7BEC-9BA52B390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626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F56395-FA5B-DEC3-329C-4DAB946C5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7CDC4-8C08-2251-4B6D-A6B1DDA57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3D46B-F1E1-9A5A-E16C-D9E3E18E1F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632426-0A0C-405F-A3D0-2D11AA44702A}" type="datetime1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9336A-4601-EB96-28AF-D2D6216602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4CCC3-F2F7-6EBE-2376-34F7F60C1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3989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707.0634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8641C-BAC0-4155-84D5-F4B73D88F2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Actor-</a:t>
            </a:r>
            <a:r>
              <a:rPr lang="de-DE" dirty="0" err="1"/>
              <a:t>Critic</a:t>
            </a:r>
            <a:r>
              <a:rPr lang="de-DE" dirty="0"/>
              <a:t> Methods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519B-0EF3-5498-C5EB-DE1F378411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Reinforcement Learning</a:t>
            </a:r>
          </a:p>
        </p:txBody>
      </p:sp>
    </p:spTree>
    <p:extLst>
      <p:ext uri="{BB962C8B-B14F-4D97-AF65-F5344CB8AC3E}">
        <p14:creationId xmlns:p14="http://schemas.microsoft.com/office/powerpoint/2010/main" val="2303947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0AD447-446B-E09E-6F4A-522C1DBB4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Course Schedule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F502483-E45D-7D7D-D169-ACA4F8327D2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Foundations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Tabular</a:t>
            </a:r>
            <a:r>
              <a:rPr lang="de-DE" dirty="0"/>
              <a:t> Methods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Function</a:t>
            </a:r>
            <a:r>
              <a:rPr lang="de-DE" dirty="0"/>
              <a:t> Approximation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Deep Q-Learning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B671907E-FFFA-73EF-8E7D-4AB4EBDD95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268191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de-DE" dirty="0"/>
              <a:t>Policy Gradient Methods</a:t>
            </a:r>
          </a:p>
          <a:p>
            <a:pPr marL="514350" indent="-514350">
              <a:buFont typeface="+mj-lt"/>
              <a:buAutoNum type="arabicPeriod" startAt="5"/>
            </a:pPr>
            <a:endParaRPr lang="de-DE" dirty="0"/>
          </a:p>
          <a:p>
            <a:pPr marL="514350" indent="-514350">
              <a:buFont typeface="+mj-lt"/>
              <a:buAutoNum type="arabicPeriod" startAt="5"/>
            </a:pPr>
            <a:r>
              <a:rPr lang="de-DE" dirty="0"/>
              <a:t>Actor-</a:t>
            </a:r>
            <a:r>
              <a:rPr lang="de-DE" dirty="0" err="1"/>
              <a:t>Critic</a:t>
            </a:r>
            <a:r>
              <a:rPr lang="de-DE" dirty="0"/>
              <a:t> Methods</a:t>
            </a:r>
          </a:p>
          <a:p>
            <a:pPr marL="514350" indent="-514350">
              <a:buFont typeface="+mj-lt"/>
              <a:buAutoNum type="arabicPeriod" startAt="5"/>
            </a:pPr>
            <a:endParaRPr lang="de-DE" dirty="0"/>
          </a:p>
          <a:p>
            <a:pPr marL="514350" indent="-514350">
              <a:buFont typeface="+mj-lt"/>
              <a:buAutoNum type="arabicPeriod" startAt="5"/>
            </a:pPr>
            <a:r>
              <a:rPr lang="de-DE" dirty="0" err="1"/>
              <a:t>Beyond</a:t>
            </a:r>
            <a:r>
              <a:rPr lang="de-DE" dirty="0"/>
              <a:t> Online Model-Free RL</a:t>
            </a:r>
          </a:p>
          <a:p>
            <a:pPr marL="514350" indent="-514350">
              <a:buFont typeface="+mj-lt"/>
              <a:buAutoNum type="arabicPeriod" startAt="5"/>
            </a:pPr>
            <a:endParaRPr lang="de-DE" dirty="0"/>
          </a:p>
          <a:p>
            <a:pPr marL="514350" indent="-514350">
              <a:buFont typeface="+mj-lt"/>
              <a:buAutoNum type="arabicPeriod" startAt="5"/>
            </a:pPr>
            <a:r>
              <a:rPr lang="de-DE" dirty="0" err="1"/>
              <a:t>Embodied</a:t>
            </a:r>
            <a:r>
              <a:rPr lang="de-DE" dirty="0"/>
              <a:t> RL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664D44-83AC-6A7A-17E0-C1AE2ED18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76558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54CE0-BAFB-F9B0-668F-121821B8B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Actor-</a:t>
            </a:r>
            <a:r>
              <a:rPr lang="de-DE" dirty="0" err="1"/>
              <a:t>Critic</a:t>
            </a:r>
            <a:r>
              <a:rPr lang="de-DE" dirty="0"/>
              <a:t> Methods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94ABEC-DFA9-E877-8C19-A56BC6A1A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Actor–</a:t>
            </a:r>
            <a:r>
              <a:rPr lang="de-DE" dirty="0" err="1"/>
              <a:t>Critic</a:t>
            </a:r>
            <a:r>
              <a:rPr lang="de-DE" dirty="0"/>
              <a:t> </a:t>
            </a:r>
            <a:r>
              <a:rPr lang="de-DE" dirty="0" err="1"/>
              <a:t>intuition</a:t>
            </a:r>
            <a:endParaRPr lang="de-DE" dirty="0"/>
          </a:p>
          <a:p>
            <a:r>
              <a:rPr lang="de-DE" dirty="0"/>
              <a:t>Proximal Policy </a:t>
            </a:r>
            <a:r>
              <a:rPr lang="de-DE" dirty="0" err="1"/>
              <a:t>Optimization</a:t>
            </a:r>
            <a:r>
              <a:rPr lang="de-DE" dirty="0"/>
              <a:t> (PPO)</a:t>
            </a:r>
          </a:p>
          <a:p>
            <a:r>
              <a:rPr lang="de-DE" dirty="0"/>
              <a:t>Soft Actor-</a:t>
            </a:r>
            <a:r>
              <a:rPr lang="de-DE" dirty="0" err="1"/>
              <a:t>Critic</a:t>
            </a:r>
            <a:r>
              <a:rPr lang="de-DE" dirty="0"/>
              <a:t> (SAC)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2BA8F83-5EF2-341E-9942-5EE099C5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0105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63231C-EC35-E5C9-A2FE-94FAA99915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600" dirty="0"/>
                  <a:t>u</a:t>
                </a:r>
                <a:r>
                  <a:rPr lang="en-DE" sz="2600" dirty="0"/>
                  <a:t>sing state-value function for bootstrapping </a:t>
                </a:r>
                <a:r>
                  <a:rPr lang="en-DE" sz="2600" dirty="0">
                    <a:sym typeface="Wingdings" pitchFamily="2" charset="2"/>
                  </a:rPr>
                  <a:t> </a:t>
                </a:r>
                <a:r>
                  <a:rPr lang="en-DE" sz="2600" dirty="0"/>
                  <a:t>critic of policy:</a:t>
                </a:r>
              </a:p>
              <a:p>
                <a:pPr marL="0" indent="0">
                  <a:buNone/>
                </a:pPr>
                <a:endParaRPr lang="en-DE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DE" sz="26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DE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</m:acc>
                      <m:r>
                        <a:rPr lang="en-US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acc>
                        <m:accPr>
                          <m:chr m:val="̂"/>
                          <m:ctrlPr>
                            <a:rPr lang="en-DE" sz="2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DE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</m:acc>
                      <m:r>
                        <a:rPr lang="en-US" sz="2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a:rPr lang="en-US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acc>
                            <m:accPr>
                              <m:chr m:val="̂"/>
                              <m:ctrlPr>
                                <a:rPr lang="en-DE" sz="2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DE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</m:acc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6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d>
                                <m:d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sz="2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;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DE" sz="2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DE" sz="2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</m:acc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sz="2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2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DE" sz="2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600" b="1" i="1">
                                          <a:latin typeface="Cambria Math" panose="02040503050406030204" pitchFamily="18" charset="0"/>
                                        </a:rPr>
                                        <m:t>𝒘</m:t>
                                      </m:r>
                                    </m:e>
                                  </m:acc>
                                </m:e>
                              </m:d>
                            </m:e>
                          </m:d>
                          <m:r>
                            <a:rPr lang="en-US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  <m:d>
                            <m:d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acc>
                                <m:accPr>
                                  <m:chr m:val="̂"/>
                                  <m:ctrlPr>
                                    <a:rPr lang="en-DE" sz="26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600" b="1" i="1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en-DE" sz="2600" dirty="0"/>
              </a:p>
              <a:p>
                <a:pPr marL="0" indent="0">
                  <a:buNone/>
                </a:pPr>
                <a:endParaRPr lang="en-DE" sz="2600" dirty="0"/>
              </a:p>
              <a:p>
                <a:pPr marL="0" indent="0">
                  <a:buNone/>
                </a:pPr>
                <a:endParaRPr lang="en-GB" sz="2600" dirty="0"/>
              </a:p>
              <a:p>
                <a:pPr marL="0" indent="0">
                  <a:buNone/>
                </a:pPr>
                <a:endParaRPr lang="en-GB" sz="2600" dirty="0"/>
              </a:p>
              <a:p>
                <a:pPr marL="0" indent="0">
                  <a:buNone/>
                </a:pPr>
                <a:r>
                  <a:rPr lang="en-GB" sz="2600" dirty="0"/>
                  <a:t>t</a:t>
                </a:r>
                <a:r>
                  <a:rPr lang="en-DE" sz="2600" dirty="0"/>
                  <a:t>urning MC (observed return) into TD method</a:t>
                </a:r>
              </a:p>
              <a:p>
                <a:pPr marL="0" indent="0">
                  <a:buNone/>
                </a:pPr>
                <a:r>
                  <a:rPr lang="en-DE" sz="2600" dirty="0">
                    <a:sym typeface="Wingdings" pitchFamily="2" charset="2"/>
                  </a:rPr>
                  <a:t> introduction of bias, but further reduction of variance</a:t>
                </a:r>
                <a:endParaRPr lang="en-DE" sz="2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63231C-EC35-E5C9-A2FE-94FAA99915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36016930-C7A8-2BDB-52B0-51A346B3C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Actor-Critic Methods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728D2B-CD10-31AA-ABFE-6AE06BE68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675A-2084-C34A-84F6-1B6A8516A5F3}" type="slidenum">
              <a:rPr lang="en-DE" smtClean="0"/>
              <a:t>4</a:t>
            </a:fld>
            <a:endParaRPr lang="en-D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AEEE57-7F22-D847-551B-246A733D188A}"/>
              </a:ext>
            </a:extLst>
          </p:cNvPr>
          <p:cNvSpPr txBox="1"/>
          <p:nvPr/>
        </p:nvSpPr>
        <p:spPr>
          <a:xfrm>
            <a:off x="7706258" y="3579469"/>
            <a:ext cx="132430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2600" dirty="0"/>
              <a:t>TD error</a:t>
            </a:r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6A37CEDD-0653-365A-68F8-11DC3CAA2342}"/>
              </a:ext>
            </a:extLst>
          </p:cNvPr>
          <p:cNvSpPr/>
          <p:nvPr/>
        </p:nvSpPr>
        <p:spPr>
          <a:xfrm rot="16200000">
            <a:off x="8203538" y="1125514"/>
            <a:ext cx="329742" cy="4578168"/>
          </a:xfrm>
          <a:prstGeom prst="leftBrace">
            <a:avLst/>
          </a:prstGeom>
          <a:ln w="12700" cmpd="sng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84334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1B92D-1CFC-0D08-2ACE-C333FEA9C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Synonym: Advantage Actor-Critic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44898E-AED9-4BC0-6902-FFF37C7E32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GB" sz="2600" dirty="0"/>
                  <a:t>for the critic of the action policy (actor):</a:t>
                </a:r>
              </a:p>
              <a:p>
                <a:pPr marL="0" indent="0">
                  <a:buNone/>
                </a:pPr>
                <a:r>
                  <a:rPr lang="en-GB" sz="2600" dirty="0"/>
                  <a:t>interpret TD error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acc>
                      <m:accPr>
                        <m:chr m:val="̂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d>
                      <m:d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;</m:t>
                        </m:r>
                        <m:acc>
                          <m:accPr>
                            <m:chr m:val="̂"/>
                            <m:ctrlPr>
                              <a:rPr lang="en-DE" sz="2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</m:acc>
                      </m:e>
                    </m:d>
                    <m:r>
                      <a:rPr lang="en-US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d>
                      <m:d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;</m:t>
                        </m:r>
                        <m:acc>
                          <m:accPr>
                            <m:chr m:val="̂"/>
                            <m:ctrlPr>
                              <a:rPr lang="en-DE" sz="2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</m:acc>
                      </m:e>
                    </m:d>
                  </m:oMath>
                </a14:m>
                <a:endParaRPr lang="en-GB" sz="2600" dirty="0"/>
              </a:p>
              <a:p>
                <a:pPr marL="0" indent="0">
                  <a:buNone/>
                </a:pPr>
                <a:r>
                  <a:rPr lang="en-GB" sz="2600" dirty="0"/>
                  <a:t>as a</a:t>
                </a:r>
                <a:r>
                  <a:rPr lang="en-DE" sz="2600" dirty="0"/>
                  <a:t>dvantage function	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  <m:d>
                      <m:d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;</m:t>
                        </m:r>
                        <m:acc>
                          <m:accPr>
                            <m:chr m:val="̂"/>
                            <m:ctrlPr>
                              <a:rPr lang="en-DE" sz="2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</m:acc>
                      </m:e>
                    </m:d>
                    <m:r>
                      <a:rPr lang="en-US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d>
                      <m:d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;</m:t>
                        </m:r>
                        <m:acc>
                          <m:accPr>
                            <m:chr m:val="̂"/>
                            <m:ctrlPr>
                              <a:rPr lang="en-DE" sz="2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</m:acc>
                      </m:e>
                    </m:d>
                  </m:oMath>
                </a14:m>
                <a:endParaRPr lang="en-DE" sz="2600" dirty="0"/>
              </a:p>
              <a:p>
                <a:pPr marL="0" indent="0">
                  <a:buNone/>
                </a:pPr>
                <a:r>
                  <a:rPr lang="en-GB" sz="2600" dirty="0"/>
                  <a:t>idea: calculates e</a:t>
                </a:r>
                <a:r>
                  <a:rPr lang="en-DE" sz="2600" dirty="0"/>
                  <a:t>xtra reward for specific action compared to average action in given state (expected state value)</a:t>
                </a:r>
              </a:p>
              <a:p>
                <a:pPr marL="0" indent="0">
                  <a:buNone/>
                </a:pPr>
                <a:endParaRPr lang="en-DE" sz="2600" dirty="0"/>
              </a:p>
              <a:p>
                <a:pPr marL="0" indent="0">
                  <a:buNone/>
                </a:pPr>
                <a:r>
                  <a:rPr lang="en-DE" sz="2600" dirty="0"/>
                  <a:t>Proximal Policy Optimization (PPO):</a:t>
                </a:r>
                <a:r>
                  <a:rPr lang="en-GB" sz="2600" dirty="0"/>
                  <a:t> p</a:t>
                </a:r>
                <a:r>
                  <a:rPr lang="en-DE" sz="2600" dirty="0"/>
                  <a:t>rominent </a:t>
                </a:r>
                <a:r>
                  <a:rPr lang="en-GB" sz="2600" dirty="0"/>
                  <a:t>advantage actor-critic method with some tricks</a:t>
                </a:r>
                <a:endParaRPr lang="en-DE" sz="2600" dirty="0"/>
              </a:p>
              <a:p>
                <a:r>
                  <a:rPr lang="en-GB" sz="2600" dirty="0"/>
                  <a:t>surrogate objective from trust region optimization </a:t>
                </a:r>
                <a:r>
                  <a:rPr lang="en-GB" sz="2600" dirty="0">
                    <a:sym typeface="Wingdings" pitchFamily="2" charset="2"/>
                  </a:rPr>
                  <a:t> better efficiency</a:t>
                </a:r>
                <a:endParaRPr lang="en-GB" sz="2600" dirty="0"/>
              </a:p>
              <a:p>
                <a:r>
                  <a:rPr lang="en-GB" sz="2600" dirty="0"/>
                  <a:t>clipping</a:t>
                </a:r>
                <a:r>
                  <a:rPr lang="en-DE" sz="2600" dirty="0"/>
                  <a:t> policy update at each training step </a:t>
                </a:r>
                <a:r>
                  <a:rPr lang="en-DE" sz="2600" dirty="0">
                    <a:sym typeface="Wingdings" pitchFamily="2" charset="2"/>
                  </a:rPr>
                  <a:t> improved stability of actor</a:t>
                </a:r>
                <a:endParaRPr lang="en-DE" sz="2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44898E-AED9-4BC0-6902-FFF37C7E32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035" r="-121" b="-174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448D70-2862-A5A9-77BA-B76859742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675A-2084-C34A-84F6-1B6A8516A5F3}" type="slidenum">
              <a:rPr lang="en-DE" smtClean="0"/>
              <a:t>5</a:t>
            </a:fld>
            <a:endParaRPr lang="en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1C684ED-5E16-74B4-183E-858C86FD82BE}"/>
              </a:ext>
            </a:extLst>
          </p:cNvPr>
          <p:cNvSpPr txBox="1"/>
          <p:nvPr/>
        </p:nvSpPr>
        <p:spPr>
          <a:xfrm>
            <a:off x="10954616" y="311705"/>
            <a:ext cx="6416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hlinkClick r:id="rId3"/>
              </a:rPr>
              <a:t>PPO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88515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</Words>
  <Application>Microsoft Macintosh PowerPoint</Application>
  <PresentationFormat>Breitbild</PresentationFormat>
  <Paragraphs>45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Cambria Math</vt:lpstr>
      <vt:lpstr>Wingdings</vt:lpstr>
      <vt:lpstr>Office Theme</vt:lpstr>
      <vt:lpstr>Actor-Critic Methods</vt:lpstr>
      <vt:lpstr>Course Schedule</vt:lpstr>
      <vt:lpstr>Actor-Critic Methods</vt:lpstr>
      <vt:lpstr>Actor-Critic Methods</vt:lpstr>
      <vt:lpstr>Synonym: Advantage Actor-Critic</vt:lpstr>
    </vt:vector>
  </TitlesOfParts>
  <Company>Panasonic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Wick, Felix</dc:creator>
  <cp:lastModifiedBy>Felix Wick</cp:lastModifiedBy>
  <cp:revision>59</cp:revision>
  <dcterms:created xsi:type="dcterms:W3CDTF">2025-01-08T09:27:30Z</dcterms:created>
  <dcterms:modified xsi:type="dcterms:W3CDTF">2026-01-26T19:07:14Z</dcterms:modified>
</cp:coreProperties>
</file>