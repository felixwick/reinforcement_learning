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8"/>
  </p:notesMasterIdLst>
  <p:sldIdLst>
    <p:sldId id="256" r:id="rId2"/>
    <p:sldId id="266" r:id="rId3"/>
    <p:sldId id="267" r:id="rId4"/>
    <p:sldId id="268" r:id="rId5"/>
    <p:sldId id="265" r:id="rId6"/>
    <p:sldId id="29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4F59F2E-701A-4175-A64C-D0A9AC6FD62F}" v="178" dt="2025-03-13T14:52:19.33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3260"/>
    <p:restoredTop sz="95028" autoAdjust="0"/>
  </p:normalViewPr>
  <p:slideViewPr>
    <p:cSldViewPr snapToGrid="0">
      <p:cViewPr varScale="1">
        <p:scale>
          <a:sx n="123" d="100"/>
          <a:sy n="123" d="100"/>
        </p:scale>
        <p:origin x="208" y="2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ick, Felix" userId="85efb633-acf6-425d-a271-4f136bfa2fb0" providerId="ADAL" clId="{64F59F2E-701A-4175-A64C-D0A9AC6FD62F}"/>
    <pc:docChg chg="undo redo custSel addSld delSld modSld sldOrd">
      <pc:chgData name="Wick, Felix" userId="85efb633-acf6-425d-a271-4f136bfa2fb0" providerId="ADAL" clId="{64F59F2E-701A-4175-A64C-D0A9AC6FD62F}" dt="2025-03-18T21:58:08.602" v="7865" actId="20577"/>
      <pc:docMkLst>
        <pc:docMk/>
      </pc:docMkLst>
      <pc:sldChg chg="modSp mod">
        <pc:chgData name="Wick, Felix" userId="85efb633-acf6-425d-a271-4f136bfa2fb0" providerId="ADAL" clId="{64F59F2E-701A-4175-A64C-D0A9AC6FD62F}" dt="2025-01-11T15:55:30.554" v="12" actId="20577"/>
        <pc:sldMkLst>
          <pc:docMk/>
          <pc:sldMk cId="2303947443" sldId="256"/>
        </pc:sldMkLst>
        <pc:spChg chg="mod">
          <ac:chgData name="Wick, Felix" userId="85efb633-acf6-425d-a271-4f136bfa2fb0" providerId="ADAL" clId="{64F59F2E-701A-4175-A64C-D0A9AC6FD62F}" dt="2025-01-11T15:55:30.554" v="12" actId="20577"/>
          <ac:spMkLst>
            <pc:docMk/>
            <pc:sldMk cId="2303947443" sldId="256"/>
            <ac:spMk id="2" creationId="{F698641C-BAC0-4155-84D5-F4B73D88F27B}"/>
          </ac:spMkLst>
        </pc:spChg>
      </pc:sldChg>
      <pc:sldChg chg="delSp modSp del mod">
        <pc:chgData name="Wick, Felix" userId="85efb633-acf6-425d-a271-4f136bfa2fb0" providerId="ADAL" clId="{64F59F2E-701A-4175-A64C-D0A9AC6FD62F}" dt="2025-01-11T15:59:29.377" v="288" actId="47"/>
        <pc:sldMkLst>
          <pc:docMk/>
          <pc:sldMk cId="532403847" sldId="258"/>
        </pc:sldMkLst>
      </pc:sldChg>
      <pc:sldChg chg="modSp mod">
        <pc:chgData name="Wick, Felix" userId="85efb633-acf6-425d-a271-4f136bfa2fb0" providerId="ADAL" clId="{64F59F2E-701A-4175-A64C-D0A9AC6FD62F}" dt="2025-02-25T14:39:28.114" v="4429" actId="20577"/>
        <pc:sldMkLst>
          <pc:docMk/>
          <pc:sldMk cId="3227613796" sldId="259"/>
        </pc:sldMkLst>
        <pc:spChg chg="mod">
          <ac:chgData name="Wick, Felix" userId="85efb633-acf6-425d-a271-4f136bfa2fb0" providerId="ADAL" clId="{64F59F2E-701A-4175-A64C-D0A9AC6FD62F}" dt="2025-02-25T14:39:28.114" v="4429" actId="20577"/>
          <ac:spMkLst>
            <pc:docMk/>
            <pc:sldMk cId="3227613796" sldId="259"/>
            <ac:spMk id="2" creationId="{D19A2E5C-5FD4-F085-4DAA-7404FBAAA90F}"/>
          </ac:spMkLst>
        </pc:spChg>
      </pc:sldChg>
      <pc:sldChg chg="modSp del mod">
        <pc:chgData name="Wick, Felix" userId="85efb633-acf6-425d-a271-4f136bfa2fb0" providerId="ADAL" clId="{64F59F2E-701A-4175-A64C-D0A9AC6FD62F}" dt="2025-02-27T21:48:52.912" v="4719" actId="47"/>
        <pc:sldMkLst>
          <pc:docMk/>
          <pc:sldMk cId="2989276016" sldId="260"/>
        </pc:sldMkLst>
      </pc:sldChg>
      <pc:sldChg chg="modSp del mod">
        <pc:chgData name="Wick, Felix" userId="85efb633-acf6-425d-a271-4f136bfa2fb0" providerId="ADAL" clId="{64F59F2E-701A-4175-A64C-D0A9AC6FD62F}" dt="2025-02-27T21:49:44.119" v="4720" actId="47"/>
        <pc:sldMkLst>
          <pc:docMk/>
          <pc:sldMk cId="3084296972" sldId="261"/>
        </pc:sldMkLst>
      </pc:sldChg>
      <pc:sldChg chg="addSp delSp modSp del mod">
        <pc:chgData name="Wick, Felix" userId="85efb633-acf6-425d-a271-4f136bfa2fb0" providerId="ADAL" clId="{64F59F2E-701A-4175-A64C-D0A9AC6FD62F}" dt="2025-02-27T22:12:12.283" v="4774" actId="47"/>
        <pc:sldMkLst>
          <pc:docMk/>
          <pc:sldMk cId="3879865430" sldId="263"/>
        </pc:sldMkLst>
      </pc:sldChg>
      <pc:sldChg chg="del">
        <pc:chgData name="Wick, Felix" userId="85efb633-acf6-425d-a271-4f136bfa2fb0" providerId="ADAL" clId="{64F59F2E-701A-4175-A64C-D0A9AC6FD62F}" dt="2025-01-13T13:58:11.553" v="705" actId="47"/>
        <pc:sldMkLst>
          <pc:docMk/>
          <pc:sldMk cId="1504602858" sldId="264"/>
        </pc:sldMkLst>
      </pc:sldChg>
      <pc:sldChg chg="addSp delSp modSp new mod ord modClrScheme chgLayout">
        <pc:chgData name="Wick, Felix" userId="85efb633-acf6-425d-a271-4f136bfa2fb0" providerId="ADAL" clId="{64F59F2E-701A-4175-A64C-D0A9AC6FD62F}" dt="2025-03-18T21:58:08.602" v="7865" actId="20577"/>
        <pc:sldMkLst>
          <pc:docMk/>
          <pc:sldMk cId="310336692" sldId="265"/>
        </pc:sldMkLst>
        <pc:spChg chg="add mod ord">
          <ac:chgData name="Wick, Felix" userId="85efb633-acf6-425d-a271-4f136bfa2fb0" providerId="ADAL" clId="{64F59F2E-701A-4175-A64C-D0A9AC6FD62F}" dt="2025-03-13T14:46:43.032" v="7444" actId="20577"/>
          <ac:spMkLst>
            <pc:docMk/>
            <pc:sldMk cId="310336692" sldId="265"/>
            <ac:spMk id="2" creationId="{9E6F3DDA-AA1C-74F2-B6BC-5D82FAA8ECEA}"/>
          </ac:spMkLst>
        </pc:spChg>
        <pc:spChg chg="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3" creationId="{A0664D44-83AC-6A7A-17E0-C1AE2ED18FF5}"/>
          </ac:spMkLst>
        </pc:spChg>
        <pc:spChg chg="add mod ord">
          <ac:chgData name="Wick, Felix" userId="85efb633-acf6-425d-a271-4f136bfa2fb0" providerId="ADAL" clId="{64F59F2E-701A-4175-A64C-D0A9AC6FD62F}" dt="2025-03-01T21:02:42.586" v="5242" actId="700"/>
          <ac:spMkLst>
            <pc:docMk/>
            <pc:sldMk cId="310336692" sldId="265"/>
            <ac:spMk id="4" creationId="{080AD447-446B-E09E-6F4A-522C1DBB462E}"/>
          </ac:spMkLst>
        </pc:spChg>
        <pc:spChg chg="add mod ord">
          <ac:chgData name="Wick, Felix" userId="85efb633-acf6-425d-a271-4f136bfa2fb0" providerId="ADAL" clId="{64F59F2E-701A-4175-A64C-D0A9AC6FD62F}" dt="2025-03-18T21:58:08.602" v="7865" actId="20577"/>
          <ac:spMkLst>
            <pc:docMk/>
            <pc:sldMk cId="310336692" sldId="265"/>
            <ac:spMk id="5" creationId="{36CB8FEE-6184-4A56-893A-894FD7378451}"/>
          </ac:spMkLst>
        </pc:spChg>
      </pc:sldChg>
      <pc:sldChg chg="addSp modSp mod modClrScheme chgLayout">
        <pc:chgData name="Wick, Felix" userId="85efb633-acf6-425d-a271-4f136bfa2fb0" providerId="ADAL" clId="{64F59F2E-701A-4175-A64C-D0A9AC6FD62F}" dt="2025-03-02T20:22:55.225" v="7118" actId="113"/>
        <pc:sldMkLst>
          <pc:docMk/>
          <pc:sldMk cId="3544795835" sldId="270"/>
        </pc:sldMkLst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2" creationId="{5CFF9571-C6ED-CFC8-29FD-1B24BD4B2A10}"/>
          </ac:spMkLst>
        </pc:spChg>
        <pc:spChg chg="mod ord">
          <ac:chgData name="Wick, Felix" userId="85efb633-acf6-425d-a271-4f136bfa2fb0" providerId="ADAL" clId="{64F59F2E-701A-4175-A64C-D0A9AC6FD62F}" dt="2025-03-02T20:22:52.794" v="7117" actId="113"/>
          <ac:spMkLst>
            <pc:docMk/>
            <pc:sldMk cId="3544795835" sldId="270"/>
            <ac:spMk id="3" creationId="{33BBB58C-563A-AD3B-2A93-23C918781FCA}"/>
          </ac:spMkLst>
        </pc:spChg>
        <pc:spChg chg="mod ord">
          <ac:chgData name="Wick, Felix" userId="85efb633-acf6-425d-a271-4f136bfa2fb0" providerId="ADAL" clId="{64F59F2E-701A-4175-A64C-D0A9AC6FD62F}" dt="2025-03-02T20:18:52.071" v="7037" actId="700"/>
          <ac:spMkLst>
            <pc:docMk/>
            <pc:sldMk cId="3544795835" sldId="270"/>
            <ac:spMk id="4" creationId="{575B97E4-48D3-5CA3-B6B2-3BC5DD71690F}"/>
          </ac:spMkLst>
        </pc:spChg>
        <pc:spChg chg="add mod">
          <ac:chgData name="Wick, Felix" userId="85efb633-acf6-425d-a271-4f136bfa2fb0" providerId="ADAL" clId="{64F59F2E-701A-4175-A64C-D0A9AC6FD62F}" dt="2025-03-02T20:20:47.149" v="7107" actId="1076"/>
          <ac:spMkLst>
            <pc:docMk/>
            <pc:sldMk cId="3544795835" sldId="270"/>
            <ac:spMk id="7" creationId="{DF8A9556-CB38-5619-CC52-7BD00B11B476}"/>
          </ac:spMkLst>
        </pc:spChg>
        <pc:spChg chg="add mod">
          <ac:chgData name="Wick, Felix" userId="85efb633-acf6-425d-a271-4f136bfa2fb0" providerId="ADAL" clId="{64F59F2E-701A-4175-A64C-D0A9AC6FD62F}" dt="2025-03-02T20:21:04.393" v="7109" actId="1076"/>
          <ac:spMkLst>
            <pc:docMk/>
            <pc:sldMk cId="3544795835" sldId="270"/>
            <ac:spMk id="8" creationId="{06772F38-26BF-8A94-8631-751A406D153E}"/>
          </ac:spMkLst>
        </pc:spChg>
        <pc:spChg chg="add mod ord">
          <ac:chgData name="Wick, Felix" userId="85efb633-acf6-425d-a271-4f136bfa2fb0" providerId="ADAL" clId="{64F59F2E-701A-4175-A64C-D0A9AC6FD62F}" dt="2025-03-02T20:22:55.225" v="7118" actId="113"/>
          <ac:spMkLst>
            <pc:docMk/>
            <pc:sldMk cId="3544795835" sldId="270"/>
            <ac:spMk id="10" creationId="{CD7DF3A1-48C2-8A99-A46A-DED1F4ED5BA1}"/>
          </ac:spMkLst>
        </pc:spChg>
        <pc:picChg chg="mod">
          <ac:chgData name="Wick, Felix" userId="85efb633-acf6-425d-a271-4f136bfa2fb0" providerId="ADAL" clId="{64F59F2E-701A-4175-A64C-D0A9AC6FD62F}" dt="2025-03-02T20:20:47.149" v="7107" actId="1076"/>
          <ac:picMkLst>
            <pc:docMk/>
            <pc:sldMk cId="3544795835" sldId="270"/>
            <ac:picMk id="5" creationId="{FD58764D-2B67-728C-787A-C6B642EBCFD8}"/>
          </ac:picMkLst>
        </pc:picChg>
        <pc:picChg chg="mod">
          <ac:chgData name="Wick, Felix" userId="85efb633-acf6-425d-a271-4f136bfa2fb0" providerId="ADAL" clId="{64F59F2E-701A-4175-A64C-D0A9AC6FD62F}" dt="2025-03-02T20:22:40.037" v="7114" actId="1076"/>
          <ac:picMkLst>
            <pc:docMk/>
            <pc:sldMk cId="3544795835" sldId="270"/>
            <ac:picMk id="6" creationId="{9C0D363E-EF7C-EEF1-BD05-D7980098DD5A}"/>
          </ac:picMkLst>
        </pc:picChg>
        <pc:picChg chg="add mod">
          <ac:chgData name="Wick, Felix" userId="85efb633-acf6-425d-a271-4f136bfa2fb0" providerId="ADAL" clId="{64F59F2E-701A-4175-A64C-D0A9AC6FD62F}" dt="2025-03-02T20:21:04.393" v="7109" actId="1076"/>
          <ac:picMkLst>
            <pc:docMk/>
            <pc:sldMk cId="3544795835" sldId="270"/>
            <ac:picMk id="1028" creationId="{D6FB989F-F436-74B9-405A-7294609108C0}"/>
          </ac:picMkLst>
        </pc:picChg>
        <pc:picChg chg="add mod">
          <ac:chgData name="Wick, Felix" userId="85efb633-acf6-425d-a271-4f136bfa2fb0" providerId="ADAL" clId="{64F59F2E-701A-4175-A64C-D0A9AC6FD62F}" dt="2025-03-02T20:22:47.567" v="7116" actId="1076"/>
          <ac:picMkLst>
            <pc:docMk/>
            <pc:sldMk cId="3544795835" sldId="270"/>
            <ac:picMk id="1030" creationId="{78D57E94-E485-4288-6FCE-568DF7CFD6AF}"/>
          </ac:picMkLst>
        </pc:picChg>
      </pc:sldChg>
      <pc:sldChg chg="modSp mod">
        <pc:chgData name="Wick, Felix" userId="85efb633-acf6-425d-a271-4f136bfa2fb0" providerId="ADAL" clId="{64F59F2E-701A-4175-A64C-D0A9AC6FD62F}" dt="2025-01-28T11:27:42.599" v="1289" actId="20577"/>
        <pc:sldMkLst>
          <pc:docMk/>
          <pc:sldMk cId="793683279" sldId="272"/>
        </pc:sldMkLst>
        <pc:spChg chg="mod">
          <ac:chgData name="Wick, Felix" userId="85efb633-acf6-425d-a271-4f136bfa2fb0" providerId="ADAL" clId="{64F59F2E-701A-4175-A64C-D0A9AC6FD62F}" dt="2025-01-28T11:27:42.599" v="1289" actId="20577"/>
          <ac:spMkLst>
            <pc:docMk/>
            <pc:sldMk cId="793683279" sldId="272"/>
            <ac:spMk id="3" creationId="{111AFC3B-A5E8-E02B-3B57-552EF4E575D2}"/>
          </ac:spMkLst>
        </pc:spChg>
      </pc:sldChg>
      <pc:sldChg chg="addSp delSp modSp new del mod modClrScheme chgLayout">
        <pc:chgData name="Wick, Felix" userId="85efb633-acf6-425d-a271-4f136bfa2fb0" providerId="ADAL" clId="{64F59F2E-701A-4175-A64C-D0A9AC6FD62F}" dt="2025-02-27T22:09:02.239" v="4773" actId="47"/>
        <pc:sldMkLst>
          <pc:docMk/>
          <pc:sldMk cId="2771831494" sldId="273"/>
        </pc:sldMkLst>
      </pc:sldChg>
      <pc:sldChg chg="del">
        <pc:chgData name="Wick, Felix" userId="85efb633-acf6-425d-a271-4f136bfa2fb0" providerId="ADAL" clId="{64F59F2E-701A-4175-A64C-D0A9AC6FD62F}" dt="2025-02-27T21:48:46.286" v="4718" actId="47"/>
        <pc:sldMkLst>
          <pc:docMk/>
          <pc:sldMk cId="1504602858" sldId="274"/>
        </pc:sldMkLst>
      </pc:sldChg>
      <pc:sldChg chg="delSp modSp add del mod">
        <pc:chgData name="Wick, Felix" userId="85efb633-acf6-425d-a271-4f136bfa2fb0" providerId="ADAL" clId="{64F59F2E-701A-4175-A64C-D0A9AC6FD62F}" dt="2025-03-13T14:52:32.226" v="7519"/>
        <pc:sldMkLst>
          <pc:docMk/>
          <pc:sldMk cId="28529905" sldId="275"/>
        </pc:sldMkLst>
        <pc:spChg chg="mod">
          <ac:chgData name="Wick, Felix" userId="85efb633-acf6-425d-a271-4f136bfa2fb0" providerId="ADAL" clId="{64F59F2E-701A-4175-A64C-D0A9AC6FD62F}" dt="2025-03-13T14:52:32.226" v="7519"/>
          <ac:spMkLst>
            <pc:docMk/>
            <pc:sldMk cId="28529905" sldId="275"/>
            <ac:spMk id="5" creationId="{E07385CB-D725-C163-7B63-8CCA18A2E90E}"/>
          </ac:spMkLst>
        </pc:spChg>
      </pc:sldChg>
      <pc:sldChg chg="ord">
        <pc:chgData name="Wick, Felix" userId="85efb633-acf6-425d-a271-4f136bfa2fb0" providerId="ADAL" clId="{64F59F2E-701A-4175-A64C-D0A9AC6FD62F}" dt="2025-03-01T21:21:15.608" v="5784"/>
        <pc:sldMkLst>
          <pc:docMk/>
          <pc:sldMk cId="1504602858" sldId="277"/>
        </pc:sldMkLst>
      </pc:sldChg>
      <pc:sldChg chg="del">
        <pc:chgData name="Wick, Felix" userId="85efb633-acf6-425d-a271-4f136bfa2fb0" providerId="ADAL" clId="{64F59F2E-701A-4175-A64C-D0A9AC6FD62F}" dt="2025-03-13T14:52:36.426" v="7520" actId="47"/>
        <pc:sldMkLst>
          <pc:docMk/>
          <pc:sldMk cId="61419988" sldId="27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6E0FD1-891F-4B1E-916D-E9B585160BB8}" type="datetimeFigureOut">
              <a:rPr lang="en-GB" smtClean="0"/>
              <a:t>26/01/2026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C76E5F-9D68-4973-8A2A-59949176DA9A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0572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32AD05-B4BB-840D-5044-DA9C798A97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19A7B47-AB1A-4CDD-9144-EE000976B8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F8C95-BBF9-31D1-0ADC-C8AB370E0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8C3F22-27B2-44E3-9C5F-D08126455F6F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C10D86-4DAB-EC0A-AB86-60CC82054B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AE665-34F4-8BF5-6B4D-509F026F4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11864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6CC6E7-920C-E54D-5199-F32C32EBC7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A0735A-AC30-5DB9-385E-9410CD353E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63D1-8AAD-A89C-781E-A7DCD49CF6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95ED7B-FEAD-4734-819F-93EF4B0EA908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5E6A99-2E8C-3768-5C28-3740DFA86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A99DA9-9DF3-F3CB-C047-01F3E0315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278677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78B1-DC4C-C72D-A4CD-2071F7D2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68F496-2872-EA37-A28F-F61DA15D83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3CD11-8172-4EA7-A05A-3E9BED2431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D5D4B4-C926-4B45-8815-1ED8911179A2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74FC75-D902-977C-06B6-D053E6FA82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51B89A-2DD6-EBD2-E8D5-67D7A3120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47448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548EF-DE77-786B-3AB0-B8EE80AE05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10666-C3AD-A843-F133-FC4D90F814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FF850-9497-0370-2422-7DCC4D022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EE3548-F4EA-A9B5-F070-FA4BA4A83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5210A-0E37-4935-93AF-69F21A5F712F}" type="datetime1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FAA4D-1024-F35F-4351-831E1814D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8F5DF7-B945-53CA-C385-BF5C6A715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9075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75B77-D383-D322-AEC0-72CA37199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F7C1F-D865-CA91-C666-FFCCC4FC3D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AB659D-F2AF-E840-A39C-B6D4CD3AF2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1F6025-6FB4-DA3E-9136-B086A61682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DF3B27-FE38-C9E0-63E8-5B78CE540A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CDAD08-3AA3-354B-C68E-3E3F0AF87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A6B2F-436C-4691-80E8-9C890E000E9D}" type="datetime1">
              <a:rPr lang="en-GB" smtClean="0"/>
              <a:t>26/01/2026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7264E2-C174-553A-038E-6567A52DB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91666C-2E1A-1181-C70B-FBB28F188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3758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5D917D-EEC5-D75C-55B7-5A81063FC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3E150BF-302E-AA68-42DC-74C1EA7951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385F4C-D74B-496F-8D21-97E3549C783B}" type="datetime1">
              <a:rPr lang="en-GB" smtClean="0"/>
              <a:t>26/01/2026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426D10-ABD1-7C54-CE39-7A4A134BC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AA02836-662F-47B1-7567-2A2E60B63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9306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A5FEEF3-64F0-021E-129C-EAA067060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BDCB32-C241-4703-A832-4EB47BD54E83}" type="datetime1">
              <a:rPr lang="en-GB" smtClean="0"/>
              <a:t>26/01/2026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21C624-8D17-C8D8-65E3-79B11B01E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2005F-03E9-EF5B-B297-EAE94026C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356018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DEE13F-1C85-75C1-BBD6-4EF64924C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9CB5E-861F-9C33-823E-EB2694F540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4C4F26-7C81-22B3-04D5-743643DB28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18B1A3-9313-9165-A328-DEAB1821F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C150FF-BE95-4D25-A16A-E368A81CBF24}" type="datetime1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8EB9C9-316A-42D2-382C-3E7DEC4B16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C8CFB8-8FF5-B166-EBF9-B76498969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8318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5D41C-CF05-2F89-F8FC-DD0931ED8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FCDE16-0F20-1107-A39C-71B8B6D9532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7E2599-3F89-F92C-ECD5-CBFC03AB17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FB60AC-D043-8272-AE6A-A8E5B8A374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C5DB4B-B349-43C9-A424-BADA723AD9F1}" type="datetime1">
              <a:rPr lang="en-GB" smtClean="0"/>
              <a:t>26/01/2026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A03EE6-D895-561C-441A-604E38A6D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A47F20-FBD8-886E-EF9A-D8AE8BFE3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7134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BD2C68-3E4B-7070-3BF2-3E61A775A2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31E10-D2DD-0D8A-398F-957702B05E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6A0762-E24E-EA37-D3D6-85FD301DEE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D03846-7BF6-4FB6-A921-FF3379ADBD4C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A92B9B-8389-F8AB-7C9B-4AB887B7E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EE1FF1-A4E8-24D9-9253-6DA02F950E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8017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7842B-C168-F0E3-41CF-EC817DFD50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8C9306-7BEA-9A58-247B-5E8D728C01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935EBA-2B35-51D8-8564-DAEC993B22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1B91A-3FD0-4144-9C84-63E9688ED2FE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58BC42-D6BF-B47B-F3DA-FF0EA29DD6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9BF052-4BB9-5153-7BEC-9BA52B390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36262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1F56395-FA5B-DEC3-329C-4DAB946C52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A7CDC4-8C08-2251-4B6D-A6B1DDA575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3D46B-F1E1-9A5A-E16C-D9E3E18E1F7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632426-0A0C-405F-A3D0-2D11AA44702A}" type="datetime1">
              <a:rPr lang="en-GB" smtClean="0"/>
              <a:t>26/01/2026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9336A-4601-EB96-28AF-D2D6216602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74CCC3-F2F7-6EBE-2376-34F7F60C10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8C366F5-AFAD-49CB-854A-9D9E238FCA13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398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incompleteideas.net/book/the-book.htm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8641C-BAC0-4155-84D5-F4B73D88F27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Introduction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B6519B-0EF3-5498-C5EB-DE1F3784111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Reinforcement Learning</a:t>
            </a:r>
          </a:p>
        </p:txBody>
      </p:sp>
    </p:spTree>
    <p:extLst>
      <p:ext uri="{BB962C8B-B14F-4D97-AF65-F5344CB8AC3E}">
        <p14:creationId xmlns:p14="http://schemas.microsoft.com/office/powerpoint/2010/main" val="23039474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B454CE0-BAFB-F9B0-668F-121821B8B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Control Theory Refresher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494ABEC-DFA9-E877-8C19-A56BC6A1A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PID</a:t>
            </a:r>
          </a:p>
          <a:p>
            <a:r>
              <a:rPr lang="de-DE" dirty="0" err="1"/>
              <a:t>Stability</a:t>
            </a:r>
            <a:r>
              <a:rPr lang="de-DE" dirty="0"/>
              <a:t>, </a:t>
            </a:r>
            <a:r>
              <a:rPr lang="de-DE" dirty="0" err="1"/>
              <a:t>feedback</a:t>
            </a:r>
            <a:r>
              <a:rPr lang="de-DE" dirty="0"/>
              <a:t>, </a:t>
            </a:r>
            <a:r>
              <a:rPr lang="de-DE" dirty="0" err="1"/>
              <a:t>reference</a:t>
            </a:r>
            <a:r>
              <a:rPr lang="de-DE" dirty="0"/>
              <a:t> </a:t>
            </a:r>
            <a:r>
              <a:rPr lang="de-DE" dirty="0" err="1"/>
              <a:t>tracking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2BA8F83-5EF2-341E-9942-5EE099C57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01057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1DB5D15-FDA1-DA64-D0FA-F309E4520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Model </a:t>
            </a:r>
            <a:r>
              <a:rPr lang="de-DE" dirty="0" err="1"/>
              <a:t>Predictive</a:t>
            </a:r>
            <a:r>
              <a:rPr lang="de-DE" dirty="0"/>
              <a:t> Control (MPC)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AFF50C-1088-19D1-5ABA-8B4815143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Optimal </a:t>
            </a:r>
            <a:r>
              <a:rPr lang="de-DE" dirty="0" err="1"/>
              <a:t>control</a:t>
            </a:r>
            <a:r>
              <a:rPr lang="de-DE" dirty="0"/>
              <a:t> </a:t>
            </a:r>
            <a:r>
              <a:rPr lang="de-DE" dirty="0" err="1"/>
              <a:t>basics</a:t>
            </a:r>
            <a:endParaRPr lang="de-DE" dirty="0"/>
          </a:p>
          <a:p>
            <a:r>
              <a:rPr lang="de-DE" dirty="0"/>
              <a:t>MPC </a:t>
            </a:r>
            <a:r>
              <a:rPr lang="de-DE" dirty="0" err="1"/>
              <a:t>vs</a:t>
            </a:r>
            <a:r>
              <a:rPr lang="de-DE" dirty="0"/>
              <a:t> RL: </a:t>
            </a:r>
            <a:r>
              <a:rPr lang="de-DE" dirty="0" err="1"/>
              <a:t>planning</a:t>
            </a:r>
            <a:r>
              <a:rPr lang="de-DE" dirty="0"/>
              <a:t> </a:t>
            </a:r>
            <a:r>
              <a:rPr lang="de-DE" dirty="0" err="1"/>
              <a:t>horizon</a:t>
            </a:r>
            <a:r>
              <a:rPr lang="de-DE" dirty="0"/>
              <a:t>, </a:t>
            </a:r>
            <a:r>
              <a:rPr lang="de-DE" dirty="0" err="1"/>
              <a:t>constraints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4E5F438-5CB6-0858-695A-E6AB766C0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824655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8A2272-09A0-29C7-D5BB-316D88A76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Why</a:t>
            </a:r>
            <a:r>
              <a:rPr lang="de-DE" dirty="0"/>
              <a:t> RL?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32AFCA5-C3C8-DCB7-30F6-67F9812C70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e-DE" dirty="0"/>
              <a:t>Model-</a:t>
            </a:r>
            <a:r>
              <a:rPr lang="de-DE" dirty="0" err="1"/>
              <a:t>free</a:t>
            </a:r>
            <a:r>
              <a:rPr lang="de-DE" dirty="0"/>
              <a:t> </a:t>
            </a:r>
            <a:r>
              <a:rPr lang="de-DE" dirty="0" err="1"/>
              <a:t>vs</a:t>
            </a:r>
            <a:r>
              <a:rPr lang="de-DE" dirty="0"/>
              <a:t> model-</a:t>
            </a:r>
            <a:r>
              <a:rPr lang="de-DE" dirty="0" err="1"/>
              <a:t>based</a:t>
            </a:r>
            <a:endParaRPr lang="de-DE" dirty="0"/>
          </a:p>
          <a:p>
            <a:r>
              <a:rPr lang="de-DE" dirty="0"/>
              <a:t>Limits </a:t>
            </a:r>
            <a:r>
              <a:rPr lang="de-DE" dirty="0" err="1"/>
              <a:t>of</a:t>
            </a:r>
            <a:r>
              <a:rPr lang="de-DE" dirty="0"/>
              <a:t> classic </a:t>
            </a:r>
            <a:r>
              <a:rPr lang="de-DE" dirty="0" err="1"/>
              <a:t>control</a:t>
            </a:r>
            <a:endParaRPr lang="de-DE" dirty="0"/>
          </a:p>
          <a:p>
            <a:r>
              <a:rPr lang="de-DE" dirty="0"/>
              <a:t>High-dimensional, </a:t>
            </a:r>
            <a:r>
              <a:rPr lang="de-DE" dirty="0" err="1"/>
              <a:t>partially-observed</a:t>
            </a:r>
            <a:r>
              <a:rPr lang="de-DE" dirty="0"/>
              <a:t>, and </a:t>
            </a:r>
            <a:r>
              <a:rPr lang="de-DE" dirty="0" err="1"/>
              <a:t>unstructured</a:t>
            </a:r>
            <a:r>
              <a:rPr lang="de-DE" dirty="0"/>
              <a:t> </a:t>
            </a:r>
            <a:r>
              <a:rPr lang="de-DE" dirty="0" err="1"/>
              <a:t>settings</a:t>
            </a:r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807D302-1C4F-333A-A8C7-609A4212E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7462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80AD447-446B-E09E-6F4A-522C1DBB46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Course Schedule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F502483-E45D-7D7D-D169-ACA4F8327D2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de-DE" dirty="0"/>
              <a:t>Foundations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Tabular</a:t>
            </a:r>
            <a:r>
              <a:rPr lang="de-DE" dirty="0"/>
              <a:t> Methods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 err="1"/>
              <a:t>Function</a:t>
            </a:r>
            <a:r>
              <a:rPr lang="de-DE" dirty="0"/>
              <a:t> Approximation</a:t>
            </a:r>
          </a:p>
          <a:p>
            <a:pPr marL="514350" indent="-514350">
              <a:buFont typeface="+mj-lt"/>
              <a:buAutoNum type="arabicPeriod"/>
            </a:pPr>
            <a:endParaRPr lang="de-DE" dirty="0"/>
          </a:p>
          <a:p>
            <a:pPr marL="514350" indent="-514350">
              <a:buFont typeface="+mj-lt"/>
              <a:buAutoNum type="arabicPeriod"/>
            </a:pPr>
            <a:r>
              <a:rPr lang="de-DE" dirty="0"/>
              <a:t>Deep Q-Learning</a:t>
            </a:r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671907E-FFFA-73EF-8E7D-4AB4EBDD95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5"/>
            <a:ext cx="5268191" cy="4351338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 startAt="5"/>
            </a:pPr>
            <a:r>
              <a:rPr lang="de-DE" dirty="0"/>
              <a:t>Policy Gradient Methods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/>
              <a:t>Actor-</a:t>
            </a:r>
            <a:r>
              <a:rPr lang="de-DE" dirty="0" err="1"/>
              <a:t>Critic</a:t>
            </a:r>
            <a:r>
              <a:rPr lang="de-DE" dirty="0"/>
              <a:t> Methods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 err="1"/>
              <a:t>Beyond</a:t>
            </a:r>
            <a:r>
              <a:rPr lang="de-DE" dirty="0"/>
              <a:t> Online Model-Free RL</a:t>
            </a:r>
          </a:p>
          <a:p>
            <a:pPr marL="514350" indent="-514350">
              <a:buFont typeface="+mj-lt"/>
              <a:buAutoNum type="arabicPeriod" startAt="5"/>
            </a:pPr>
            <a:endParaRPr lang="de-DE" dirty="0"/>
          </a:p>
          <a:p>
            <a:pPr marL="514350" indent="-514350">
              <a:buFont typeface="+mj-lt"/>
              <a:buAutoNum type="arabicPeriod" startAt="5"/>
            </a:pPr>
            <a:r>
              <a:rPr lang="de-DE" dirty="0" err="1"/>
              <a:t>Embodied</a:t>
            </a:r>
            <a:r>
              <a:rPr lang="de-DE" dirty="0"/>
              <a:t> RL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0664D44-83AC-6A7A-17E0-C1AE2ED18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C366F5-AFAD-49CB-854A-9D9E238FCA13}" type="slidenum">
              <a:rPr lang="en-GB" smtClean="0"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103366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33BC0-C50E-78C6-DAB3-097E1A687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DE" dirty="0"/>
              <a:t>Literature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5960E1-B61E-A9E9-A576-97D1BBF498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8B675A-2084-C34A-84F6-1B6A8516A5F3}" type="slidenum">
              <a:rPr lang="en-DE" smtClean="0"/>
              <a:t>6</a:t>
            </a:fld>
            <a:endParaRPr lang="en-DE"/>
          </a:p>
        </p:txBody>
      </p:sp>
      <p:pic>
        <p:nvPicPr>
          <p:cNvPr id="7" name="Picture 6" descr="Diagram&#10;&#10;Description automatically generated">
            <a:extLst>
              <a:ext uri="{FF2B5EF4-FFF2-40B4-BE49-F238E27FC236}">
                <a16:creationId xmlns:a16="http://schemas.microsoft.com/office/drawing/2014/main" id="{38FA8115-CB62-6F54-6E5C-CF5B29A147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5024" y="1690688"/>
            <a:ext cx="3461951" cy="445688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7B64FEC-57FA-9373-72E9-56DFAB58EA12}"/>
              </a:ext>
            </a:extLst>
          </p:cNvPr>
          <p:cNvSpPr txBox="1"/>
          <p:nvPr/>
        </p:nvSpPr>
        <p:spPr>
          <a:xfrm>
            <a:off x="7328120" y="6147568"/>
            <a:ext cx="4988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linkClick r:id="rId3"/>
              </a:rPr>
              <a:t>pdf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773178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</Words>
  <Application>Microsoft Macintosh PowerPoint</Application>
  <PresentationFormat>Breitbild</PresentationFormat>
  <Paragraphs>34</Paragraphs>
  <Slides>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Introduction</vt:lpstr>
      <vt:lpstr>Control Theory Refresher</vt:lpstr>
      <vt:lpstr>Model Predictive Control (MPC)</vt:lpstr>
      <vt:lpstr>Why RL?</vt:lpstr>
      <vt:lpstr>Course Schedule</vt:lpstr>
      <vt:lpstr>Literature</vt:lpstr>
    </vt:vector>
  </TitlesOfParts>
  <Company>Panasonic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Wick, Felix</dc:creator>
  <cp:lastModifiedBy>Felix Wick</cp:lastModifiedBy>
  <cp:revision>52</cp:revision>
  <dcterms:created xsi:type="dcterms:W3CDTF">2025-01-08T09:27:30Z</dcterms:created>
  <dcterms:modified xsi:type="dcterms:W3CDTF">2026-01-26T21:06:56Z</dcterms:modified>
</cp:coreProperties>
</file>